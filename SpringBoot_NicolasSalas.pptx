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nstrument Sans Medium" panose="020B0604020202020204" charset="0"/>
      <p:regular r:id="rId14"/>
    </p:embeddedFont>
    <p:embeddedFont>
      <p:font typeface="Instrument Sans Semi Bold" panose="020B0604020202020204" charset="0"/>
      <p:regular r:id="rId1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564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672" y="0"/>
            <a:ext cx="602372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484" y="213891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Introducción a Spring Boot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14681" y="496334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Boot es un framework de Java que simplifica el desarrollo de aplicaciones web. Ofrece una configuración sencilla y un inicio rápido, lo que reduce la complejidad y aumenta la productividad.</a:t>
            </a:r>
            <a:endParaRPr lang="en-US" sz="175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8F3715-76E7-4A94-9F6C-3F0D371054E8}"/>
              </a:ext>
            </a:extLst>
          </p:cNvPr>
          <p:cNvSpPr txBox="1"/>
          <p:nvPr/>
        </p:nvSpPr>
        <p:spPr>
          <a:xfrm>
            <a:off x="1544188" y="273375"/>
            <a:ext cx="5629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95000"/>
                  </a:schemeClr>
                </a:solidFill>
              </a:rPr>
              <a:t>Presentado por: Nicolas Salas</a:t>
            </a:r>
            <a:endParaRPr lang="es-CO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075" y="-43859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83" y="9905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Que problema resuelve Spring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6083" y="274830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resuelve la complejidad en el desarrollo de aplicaciones Java. Tradicionalmente, la configuración y la gestión de dependencias eran procesos tediosos, Spring los simplifica y facilita el proceso de desarrollo.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56083" y="4710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5392" y="4795231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493199" y="4710220"/>
            <a:ext cx="3187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Configuración compleja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93199" y="52006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ofrece una forma más sencilla y organizada de configurar aplicaciones Java, simplificando el proceso de desarrollo.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56083" y="64084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6460" y="6493419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493199" y="6408409"/>
            <a:ext cx="3378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Gestión de dependencias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183" y="693163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facilita la gestión de las dependencias, lo que permite una mejor organización del código y un desarrollo más eficiente.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4403"/>
            <a:ext cx="6898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 de utilizar Spring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433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es un framework popular por su flexibilidad y amplia gama de características. Permite el desarrollo modular, la inyección de dependencias y la gestión de transacciones, lo que facilita la creación de aplicaciones robustas y mantenibles.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2430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158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Modularidad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64915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aplicaciones se dividen en módulos independientes, lo que facilita la gestión del código y el mantenimiento.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92430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158734"/>
            <a:ext cx="3605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Inyección de dependencias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64915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encarga de inyectar las dependencias necesarias en cada clase, evitando la configuración manual.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92430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158734"/>
            <a:ext cx="3374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Gestión de transacciones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64915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gestionar las operaciones de la base de datos de manera segura y coherente, garantizando la integridad de los datos.</a:t>
            </a:r>
            <a:endParaRPr lang="en-US" sz="17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883C7C3-B5E4-48EC-85E8-FC5FF0BC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825" y="7642809"/>
            <a:ext cx="2941575" cy="586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9847"/>
            <a:ext cx="10655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Dependencias y modulos de spring boot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22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Boot ofrece una variedad de módulos y dependencias que se pueden utilizar para crear aplicaciones web, microservicios y aplicaciones empresariales.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Dependencias Core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8116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Ofrecen las funcionalidades esenciales para la configuración y el funcionamiento básico de Spring Boot.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Dependencias Web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581168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Proporcionan las herramientas necesarias para desarrollar aplicaciones web, incluyendo controladores, vistas y manejo de peticiones.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994615" y="4000024"/>
            <a:ext cx="3147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Dependencias de Datos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458116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Facilitan la interacción con bases de datos, incluyendo JDBC, JPA y otras tecnologías.</a:t>
            </a:r>
            <a:endParaRPr lang="en-US" sz="17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E8CE73-0EC5-4B04-B80D-4A6FD7605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0925" y="7734257"/>
            <a:ext cx="2019475" cy="495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7825"/>
            <a:ext cx="6359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Módulos de Spring Boot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67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módulos de Spring Boot ofrecen funcionalidades específicas para diferentes áreas del desarrollo de aplicaciones.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14819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32243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46614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JDBC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46614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Interacción con bases de datos JDBC.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97275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411646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MVC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411646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Desarrollo de aplicaciones web MVC.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6230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7667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Security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76678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Seguridad de aplicaciones web.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27339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4171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AOP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4171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Programación orientada a aspectos.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92371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606742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Spring Test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606742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Pruebas unitarias y de integración.</a:t>
            </a:r>
            <a:endParaRPr lang="en-US" sz="17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81C5E67-CF06-4C22-940F-AFD7822AB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438" y="7734257"/>
            <a:ext cx="2019475" cy="495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1165860"/>
            <a:ext cx="5547360" cy="5897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8038" y="614601"/>
            <a:ext cx="6203752" cy="444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8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Dependencias Starter en Spring Boot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498038" y="1272659"/>
            <a:ext cx="6319123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dependencias Starter son un conjunto de dependencias preconfiguradas que incluyen todas las bibliotecas necesarias para un tipo específico de aplicación.</a:t>
            </a:r>
            <a:endParaRPr lang="en-US" sz="11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38" y="1887974"/>
            <a:ext cx="355759" cy="35575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8038" y="2386013"/>
            <a:ext cx="177891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Web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98038" y="2693670"/>
            <a:ext cx="631912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desarrollar aplicaciones web.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38" y="3348157"/>
            <a:ext cx="355759" cy="3557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8038" y="3846195"/>
            <a:ext cx="177891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98038" y="4153853"/>
            <a:ext cx="631912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(Java Persistence API)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8038" y="4466868"/>
            <a:ext cx="631912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interactuar con bases de datos.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038" y="5121354"/>
            <a:ext cx="355759" cy="3557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8038" y="5619393"/>
            <a:ext cx="177891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98038" y="5927050"/>
            <a:ext cx="631912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la seguridad de las aplicaciones web.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038" y="6581537"/>
            <a:ext cx="355759" cy="35575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8038" y="7079575"/>
            <a:ext cx="1778913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Boot Test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498038" y="7387233"/>
            <a:ext cx="6319123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pruebas unitarias y de integración.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342" y="2733199"/>
            <a:ext cx="4973717" cy="27632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7471" y="564833"/>
            <a:ext cx="5124926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tools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17471" y="1512808"/>
            <a:ext cx="770905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Existen diversas herramientas que ayudan a desarrollar aplicaciones Spring Boot de manera eficiente.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013460" y="2399467"/>
            <a:ext cx="22860" cy="5265182"/>
          </a:xfrm>
          <a:prstGeom prst="roundRect">
            <a:avLst>
              <a:gd name="adj" fmla="val 376639"/>
            </a:avLst>
          </a:prstGeom>
          <a:solidFill>
            <a:srgbClr val="56565B"/>
          </a:solidFill>
          <a:ln/>
        </p:spPr>
      </p:sp>
      <p:sp>
        <p:nvSpPr>
          <p:cNvPr id="7" name="Shape 3"/>
          <p:cNvSpPr/>
          <p:nvPr/>
        </p:nvSpPr>
        <p:spPr>
          <a:xfrm>
            <a:off x="1232654" y="2849285"/>
            <a:ext cx="717471" cy="22860"/>
          </a:xfrm>
          <a:prstGeom prst="roundRect">
            <a:avLst>
              <a:gd name="adj" fmla="val 376639"/>
            </a:avLst>
          </a:prstGeom>
          <a:solidFill>
            <a:srgbClr val="56565B"/>
          </a:solidFill>
          <a:ln/>
        </p:spPr>
      </p:sp>
      <p:sp>
        <p:nvSpPr>
          <p:cNvPr id="8" name="Shape 4"/>
          <p:cNvSpPr/>
          <p:nvPr/>
        </p:nvSpPr>
        <p:spPr>
          <a:xfrm>
            <a:off x="794266" y="2630091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5359" y="2706886"/>
            <a:ext cx="119063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152293" y="2604373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152293" y="3047643"/>
            <a:ext cx="6274237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Entornos de desarrollo integrados como IntelliJ IDEA y Eclipse proporcionan características como autocompletado, depuración y refactorización.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232654" y="4891326"/>
            <a:ext cx="717471" cy="22860"/>
          </a:xfrm>
          <a:prstGeom prst="roundRect">
            <a:avLst>
              <a:gd name="adj" fmla="val 376639"/>
            </a:avLst>
          </a:prstGeom>
          <a:solidFill>
            <a:srgbClr val="56565B"/>
          </a:solidFill>
          <a:ln/>
        </p:spPr>
      </p:sp>
      <p:sp>
        <p:nvSpPr>
          <p:cNvPr id="13" name="Shape 9"/>
          <p:cNvSpPr/>
          <p:nvPr/>
        </p:nvSpPr>
        <p:spPr>
          <a:xfrm>
            <a:off x="794266" y="4672132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39165" y="4748927"/>
            <a:ext cx="171331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152293" y="4646414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Boot CLI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152293" y="5089684"/>
            <a:ext cx="6274237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herramienta de línea de comandos que permite crear, ejecutar y probar aplicaciones Spring Boot.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232654" y="6605349"/>
            <a:ext cx="717471" cy="22860"/>
          </a:xfrm>
          <a:prstGeom prst="roundRect">
            <a:avLst>
              <a:gd name="adj" fmla="val 376639"/>
            </a:avLst>
          </a:prstGeom>
          <a:solidFill>
            <a:srgbClr val="56565B"/>
          </a:solidFill>
          <a:ln/>
        </p:spPr>
      </p:sp>
      <p:sp>
        <p:nvSpPr>
          <p:cNvPr id="18" name="Shape 14"/>
          <p:cNvSpPr/>
          <p:nvPr/>
        </p:nvSpPr>
        <p:spPr>
          <a:xfrm>
            <a:off x="794266" y="6386155"/>
            <a:ext cx="461248" cy="46124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5831" y="6462951"/>
            <a:ext cx="177998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152293" y="6360438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Spring Initializr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2152293" y="6803708"/>
            <a:ext cx="6274237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página web que permite crear proyectos Spring Boot con las dependencias deseadas.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531</Words>
  <Application>Microsoft Office PowerPoint</Application>
  <PresentationFormat>Personalizado</PresentationFormat>
  <Paragraphs>68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Instrument Sans Medium</vt:lpstr>
      <vt:lpstr>Arial</vt:lpstr>
      <vt:lpstr>Instrument Sans Semi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Nicolás</cp:lastModifiedBy>
  <cp:revision>5</cp:revision>
  <dcterms:created xsi:type="dcterms:W3CDTF">2024-10-16T17:24:52Z</dcterms:created>
  <dcterms:modified xsi:type="dcterms:W3CDTF">2024-10-17T01:08:32Z</dcterms:modified>
</cp:coreProperties>
</file>